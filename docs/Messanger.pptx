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5999738" cy="27000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114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418785"/>
            <a:ext cx="30599777" cy="9400070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4181357"/>
            <a:ext cx="26999804" cy="6518796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93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10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731308"/>
            <a:ext cx="31049774" cy="11231331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8068892"/>
            <a:ext cx="31049774" cy="5906292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87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7187553"/>
            <a:ext cx="15299889" cy="17131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7187553"/>
            <a:ext cx="15299889" cy="17131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24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437516"/>
            <a:ext cx="31049774" cy="521879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618801"/>
            <a:ext cx="15229574" cy="3243772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862573"/>
            <a:ext cx="15229574" cy="14506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618801"/>
            <a:ext cx="15304578" cy="3243772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862573"/>
            <a:ext cx="15304578" cy="14506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27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9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48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800013"/>
            <a:ext cx="11610853" cy="6300047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887535"/>
            <a:ext cx="18224867" cy="19187642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8100060"/>
            <a:ext cx="11610853" cy="1500636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88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800013"/>
            <a:ext cx="11610853" cy="6300047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887535"/>
            <a:ext cx="18224867" cy="19187642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8100060"/>
            <a:ext cx="11610853" cy="1500636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01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42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437511"/>
            <a:ext cx="7762444" cy="22881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437511"/>
            <a:ext cx="22837334" cy="228814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7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437516"/>
            <a:ext cx="31049774" cy="5218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7187553"/>
            <a:ext cx="31049774" cy="17131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5025191"/>
            <a:ext cx="8099941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A32E5-6120-4B4C-8BD1-03EFF52E8AC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5025191"/>
            <a:ext cx="12149912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5025191"/>
            <a:ext cx="8099941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4D979-D86E-4D03-9828-86D69772D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99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805EF5D9-FE30-4B3C-918F-1ECE2087D929}"/>
              </a:ext>
            </a:extLst>
          </p:cNvPr>
          <p:cNvCxnSpPr>
            <a:cxnSpLocks/>
            <a:stCxn id="5" idx="0"/>
            <a:endCxn id="44" idx="2"/>
          </p:cNvCxnSpPr>
          <p:nvPr/>
        </p:nvCxnSpPr>
        <p:spPr>
          <a:xfrm flipH="1" flipV="1">
            <a:off x="10797273" y="10457439"/>
            <a:ext cx="5909424" cy="623213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Прямая со стрелкой 816">
            <a:extLst>
              <a:ext uri="{FF2B5EF4-FFF2-40B4-BE49-F238E27FC236}">
                <a16:creationId xmlns:a16="http://schemas.microsoft.com/office/drawing/2014/main" id="{A49F6E51-0831-4B0B-B66C-A65E4F0375AB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 flipV="1">
            <a:off x="19361211" y="16217374"/>
            <a:ext cx="8556194" cy="107790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Рамка 1">
            <a:extLst>
              <a:ext uri="{FF2B5EF4-FFF2-40B4-BE49-F238E27FC236}">
                <a16:creationId xmlns:a16="http://schemas.microsoft.com/office/drawing/2014/main" id="{866A72B1-0F57-43B3-8235-2C47D69A88AB}"/>
              </a:ext>
            </a:extLst>
          </p:cNvPr>
          <p:cNvSpPr/>
          <p:nvPr/>
        </p:nvSpPr>
        <p:spPr>
          <a:xfrm>
            <a:off x="0" y="0"/>
            <a:ext cx="35999738" cy="27000200"/>
          </a:xfrm>
          <a:prstGeom prst="frame">
            <a:avLst/>
          </a:prstGeom>
          <a:gradFill flip="none" rotWithShape="1">
            <a:gsLst>
              <a:gs pos="84000">
                <a:schemeClr val="bg1">
                  <a:alpha val="0"/>
                </a:schemeClr>
              </a:gs>
              <a:gs pos="100000">
                <a:schemeClr val="accent6">
                  <a:lumMod val="50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cxnSp>
        <p:nvCxnSpPr>
          <p:cNvPr id="222" name="Прямая со стрелкой 221">
            <a:extLst>
              <a:ext uri="{FF2B5EF4-FFF2-40B4-BE49-F238E27FC236}">
                <a16:creationId xmlns:a16="http://schemas.microsoft.com/office/drawing/2014/main" id="{B46BAB25-4DDF-4C46-929B-34AF6434F2A9}"/>
              </a:ext>
            </a:extLst>
          </p:cNvPr>
          <p:cNvCxnSpPr>
            <a:cxnSpLocks/>
            <a:stCxn id="42" idx="0"/>
            <a:endCxn id="25" idx="2"/>
          </p:cNvCxnSpPr>
          <p:nvPr/>
        </p:nvCxnSpPr>
        <p:spPr>
          <a:xfrm flipV="1">
            <a:off x="5020551" y="12080119"/>
            <a:ext cx="0" cy="191641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Прямая со стрелкой 148">
            <a:extLst>
              <a:ext uri="{FF2B5EF4-FFF2-40B4-BE49-F238E27FC236}">
                <a16:creationId xmlns:a16="http://schemas.microsoft.com/office/drawing/2014/main" id="{577BAE99-0D3C-4C9A-9EEB-2226734CBE18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V="1">
            <a:off x="16706697" y="10470976"/>
            <a:ext cx="720314" cy="621859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Прямая со стрелкой 251">
            <a:extLst>
              <a:ext uri="{FF2B5EF4-FFF2-40B4-BE49-F238E27FC236}">
                <a16:creationId xmlns:a16="http://schemas.microsoft.com/office/drawing/2014/main" id="{BF70B43A-B01D-44DB-B223-A5FD7123638D}"/>
              </a:ext>
            </a:extLst>
          </p:cNvPr>
          <p:cNvCxnSpPr>
            <a:cxnSpLocks/>
            <a:stCxn id="42" idx="2"/>
            <a:endCxn id="5" idx="0"/>
          </p:cNvCxnSpPr>
          <p:nvPr/>
        </p:nvCxnSpPr>
        <p:spPr>
          <a:xfrm>
            <a:off x="5020551" y="15207958"/>
            <a:ext cx="11686146" cy="148161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Прямая со стрелкой 170">
            <a:extLst>
              <a:ext uri="{FF2B5EF4-FFF2-40B4-BE49-F238E27FC236}">
                <a16:creationId xmlns:a16="http://schemas.microsoft.com/office/drawing/2014/main" id="{1B36F3F2-0DE5-4C30-A3A3-012313EF28E9}"/>
              </a:ext>
            </a:extLst>
          </p:cNvPr>
          <p:cNvCxnSpPr>
            <a:stCxn id="5" idx="0"/>
            <a:endCxn id="25" idx="2"/>
          </p:cNvCxnSpPr>
          <p:nvPr/>
        </p:nvCxnSpPr>
        <p:spPr>
          <a:xfrm flipH="1" flipV="1">
            <a:off x="5020551" y="12080119"/>
            <a:ext cx="11686146" cy="460945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08885EFD-25D5-43D5-A0A7-DC7A349E0A3D}"/>
              </a:ext>
            </a:extLst>
          </p:cNvPr>
          <p:cNvCxnSpPr>
            <a:stCxn id="5" idx="0"/>
            <a:endCxn id="48" idx="1"/>
          </p:cNvCxnSpPr>
          <p:nvPr/>
        </p:nvCxnSpPr>
        <p:spPr>
          <a:xfrm flipV="1">
            <a:off x="16706697" y="8142795"/>
            <a:ext cx="12182560" cy="854677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D703FBEC-4E03-4F58-B734-1E1B12AC75AA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19361211" y="17295282"/>
            <a:ext cx="8556194" cy="804617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0A27B6D-6878-4B15-BBE0-8AB7F61EE6C5}"/>
              </a:ext>
            </a:extLst>
          </p:cNvPr>
          <p:cNvSpPr/>
          <p:nvPr/>
        </p:nvSpPr>
        <p:spPr>
          <a:xfrm>
            <a:off x="14772497" y="9259552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Сообщение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3209AC2-1D04-4ABB-B058-856CA39B9907}"/>
              </a:ext>
            </a:extLst>
          </p:cNvPr>
          <p:cNvSpPr/>
          <p:nvPr/>
        </p:nvSpPr>
        <p:spPr>
          <a:xfrm>
            <a:off x="10244849" y="3407940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Публикация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D6EA4EA-0F8E-4E2B-96FD-5C4F9339CF02}"/>
              </a:ext>
            </a:extLst>
          </p:cNvPr>
          <p:cNvSpPr/>
          <p:nvPr/>
        </p:nvSpPr>
        <p:spPr>
          <a:xfrm>
            <a:off x="10244849" y="5316663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Комментарий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92D1AC0-C6E2-4DFC-A5EB-58DF62F16A85}"/>
              </a:ext>
            </a:extLst>
          </p:cNvPr>
          <p:cNvSpPr/>
          <p:nvPr/>
        </p:nvSpPr>
        <p:spPr>
          <a:xfrm>
            <a:off x="28889257" y="9778451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Просмотры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496DFEE-F163-4821-8F4E-5BFA9709BA49}"/>
              </a:ext>
            </a:extLst>
          </p:cNvPr>
          <p:cNvSpPr/>
          <p:nvPr/>
        </p:nvSpPr>
        <p:spPr>
          <a:xfrm>
            <a:off x="14052183" y="18839128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Аккаунт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BE551BD-616A-4EC9-A054-B9763E70F9E7}"/>
              </a:ext>
            </a:extLst>
          </p:cNvPr>
          <p:cNvSpPr/>
          <p:nvPr/>
        </p:nvSpPr>
        <p:spPr>
          <a:xfrm>
            <a:off x="14052183" y="16689570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Профиль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CAF6D743-5A1E-4F32-9E1C-200219E7E22E}"/>
              </a:ext>
            </a:extLst>
          </p:cNvPr>
          <p:cNvSpPr/>
          <p:nvPr/>
        </p:nvSpPr>
        <p:spPr>
          <a:xfrm>
            <a:off x="27917405" y="17494187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Пригласительная ссылка на профиль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0DD15C3B-3E14-434D-AA5B-F5463AD992D2}"/>
              </a:ext>
            </a:extLst>
          </p:cNvPr>
          <p:cNvSpPr/>
          <p:nvPr/>
        </p:nvSpPr>
        <p:spPr>
          <a:xfrm>
            <a:off x="27917405" y="15611662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Подписка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0E946A4-F62C-4942-8243-548C016C42DF}"/>
              </a:ext>
            </a:extLst>
          </p:cNvPr>
          <p:cNvSpPr/>
          <p:nvPr/>
        </p:nvSpPr>
        <p:spPr>
          <a:xfrm>
            <a:off x="2366037" y="10868695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Групповой чат</a:t>
            </a: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E7176715-9D32-4861-B37B-5FE5A3FED389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16706697" y="17900994"/>
            <a:ext cx="0" cy="93813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Прямоугольник: скругленные углы 143">
            <a:extLst>
              <a:ext uri="{FF2B5EF4-FFF2-40B4-BE49-F238E27FC236}">
                <a16:creationId xmlns:a16="http://schemas.microsoft.com/office/drawing/2014/main" id="{FFF2E1A5-3B34-4923-83DD-7F207EE341F2}"/>
              </a:ext>
            </a:extLst>
          </p:cNvPr>
          <p:cNvSpPr/>
          <p:nvPr/>
        </p:nvSpPr>
        <p:spPr>
          <a:xfrm>
            <a:off x="19927965" y="7539279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Единица контента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E7602BA-AF56-4B8A-B43D-165EA4F3CAB9}"/>
              </a:ext>
            </a:extLst>
          </p:cNvPr>
          <p:cNvSpPr/>
          <p:nvPr/>
        </p:nvSpPr>
        <p:spPr>
          <a:xfrm>
            <a:off x="17093322" y="21543141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Информация о клиентах, где осуществлён вход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C8E81E4-49BB-4049-B648-EACF80922A1C}"/>
              </a:ext>
            </a:extLst>
          </p:cNvPr>
          <p:cNvSpPr/>
          <p:nvPr/>
        </p:nvSpPr>
        <p:spPr>
          <a:xfrm>
            <a:off x="11041726" y="21543141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Удаления аккаунта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C27F85F1-BCF8-4BF6-87C4-08E44F391BE8}"/>
              </a:ext>
            </a:extLst>
          </p:cNvPr>
          <p:cNvSpPr/>
          <p:nvPr/>
        </p:nvSpPr>
        <p:spPr>
          <a:xfrm>
            <a:off x="2366037" y="13996534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Визуальное оформление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3ACF0FC2-C41A-4D5B-92B7-1745364A805F}"/>
              </a:ext>
            </a:extLst>
          </p:cNvPr>
          <p:cNvSpPr/>
          <p:nvPr/>
        </p:nvSpPr>
        <p:spPr>
          <a:xfrm>
            <a:off x="28889257" y="7537083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Жалобы на контент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ADD638F5-F748-4860-9ECB-D31FC35CA162}"/>
              </a:ext>
            </a:extLst>
          </p:cNvPr>
          <p:cNvSpPr/>
          <p:nvPr/>
        </p:nvSpPr>
        <p:spPr>
          <a:xfrm>
            <a:off x="2366037" y="7537083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Сообщение в групповом чате</a:t>
            </a: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6E10015C-8A9C-496A-B96E-24773981C928}"/>
              </a:ext>
            </a:extLst>
          </p:cNvPr>
          <p:cNvSpPr/>
          <p:nvPr/>
        </p:nvSpPr>
        <p:spPr>
          <a:xfrm>
            <a:off x="9592634" y="12309672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Участник группового чата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A97F6C7-B599-422B-AD31-263F3613A44F}"/>
              </a:ext>
            </a:extLst>
          </p:cNvPr>
          <p:cNvCxnSpPr>
            <a:cxnSpLocks/>
            <a:stCxn id="4" idx="2"/>
            <a:endCxn id="41" idx="0"/>
          </p:cNvCxnSpPr>
          <p:nvPr/>
        </p:nvCxnSpPr>
        <p:spPr>
          <a:xfrm flipH="1">
            <a:off x="13696240" y="20050552"/>
            <a:ext cx="3010457" cy="149258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28D9B86B-2E37-43F7-A18B-731952986D99}"/>
              </a:ext>
            </a:extLst>
          </p:cNvPr>
          <p:cNvCxnSpPr>
            <a:stCxn id="4" idx="2"/>
            <a:endCxn id="39" idx="0"/>
          </p:cNvCxnSpPr>
          <p:nvPr/>
        </p:nvCxnSpPr>
        <p:spPr>
          <a:xfrm>
            <a:off x="16706697" y="20050552"/>
            <a:ext cx="3041139" cy="149258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824A513F-ECED-48F1-975D-7FE8705663CA}"/>
              </a:ext>
            </a:extLst>
          </p:cNvPr>
          <p:cNvCxnSpPr>
            <a:stCxn id="5" idx="0"/>
            <a:endCxn id="144" idx="2"/>
          </p:cNvCxnSpPr>
          <p:nvPr/>
        </p:nvCxnSpPr>
        <p:spPr>
          <a:xfrm flipV="1">
            <a:off x="16706697" y="8750703"/>
            <a:ext cx="5875782" cy="793886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8B088B41-FB58-44A6-B879-7EC182345E21}"/>
              </a:ext>
            </a:extLst>
          </p:cNvPr>
          <p:cNvCxnSpPr>
            <a:stCxn id="5" idx="0"/>
            <a:endCxn id="14" idx="1"/>
          </p:cNvCxnSpPr>
          <p:nvPr/>
        </p:nvCxnSpPr>
        <p:spPr>
          <a:xfrm flipV="1">
            <a:off x="16706697" y="10384163"/>
            <a:ext cx="12182560" cy="630540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E445E064-9DAD-4EB5-8775-3C22F149DD1D}"/>
              </a:ext>
            </a:extLst>
          </p:cNvPr>
          <p:cNvCxnSpPr>
            <a:stCxn id="144" idx="3"/>
            <a:endCxn id="48" idx="1"/>
          </p:cNvCxnSpPr>
          <p:nvPr/>
        </p:nvCxnSpPr>
        <p:spPr>
          <a:xfrm flipV="1">
            <a:off x="25236993" y="8142795"/>
            <a:ext cx="3652264" cy="21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>
            <a:extLst>
              <a:ext uri="{FF2B5EF4-FFF2-40B4-BE49-F238E27FC236}">
                <a16:creationId xmlns:a16="http://schemas.microsoft.com/office/drawing/2014/main" id="{1B231953-CEA6-45E1-9E78-0CA4E28AEF79}"/>
              </a:ext>
            </a:extLst>
          </p:cNvPr>
          <p:cNvCxnSpPr>
            <a:stCxn id="144" idx="3"/>
            <a:endCxn id="14" idx="1"/>
          </p:cNvCxnSpPr>
          <p:nvPr/>
        </p:nvCxnSpPr>
        <p:spPr>
          <a:xfrm>
            <a:off x="25236993" y="8144991"/>
            <a:ext cx="3652264" cy="223917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 стрелкой 145">
            <a:extLst>
              <a:ext uri="{FF2B5EF4-FFF2-40B4-BE49-F238E27FC236}">
                <a16:creationId xmlns:a16="http://schemas.microsoft.com/office/drawing/2014/main" id="{C1E9D416-A19C-435A-8867-45F7A07A35C8}"/>
              </a:ext>
            </a:extLst>
          </p:cNvPr>
          <p:cNvCxnSpPr>
            <a:cxnSpLocks/>
            <a:stCxn id="144" idx="2"/>
            <a:endCxn id="6" idx="3"/>
          </p:cNvCxnSpPr>
          <p:nvPr/>
        </p:nvCxnSpPr>
        <p:spPr>
          <a:xfrm flipH="1">
            <a:off x="20081525" y="8750703"/>
            <a:ext cx="2500954" cy="111456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Прямая со стрелкой 152">
            <a:extLst>
              <a:ext uri="{FF2B5EF4-FFF2-40B4-BE49-F238E27FC236}">
                <a16:creationId xmlns:a16="http://schemas.microsoft.com/office/drawing/2014/main" id="{A27AB73D-36CC-4E1A-BDA9-29D16846D112}"/>
              </a:ext>
            </a:extLst>
          </p:cNvPr>
          <p:cNvCxnSpPr>
            <a:cxnSpLocks/>
            <a:stCxn id="144" idx="0"/>
            <a:endCxn id="10" idx="3"/>
          </p:cNvCxnSpPr>
          <p:nvPr/>
        </p:nvCxnSpPr>
        <p:spPr>
          <a:xfrm flipH="1" flipV="1">
            <a:off x="15553877" y="4013652"/>
            <a:ext cx="7028602" cy="352562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Прямая со стрелкой 154">
            <a:extLst>
              <a:ext uri="{FF2B5EF4-FFF2-40B4-BE49-F238E27FC236}">
                <a16:creationId xmlns:a16="http://schemas.microsoft.com/office/drawing/2014/main" id="{6DF56F49-8675-4A16-BE9C-32D80575419D}"/>
              </a:ext>
            </a:extLst>
          </p:cNvPr>
          <p:cNvCxnSpPr>
            <a:cxnSpLocks/>
            <a:stCxn id="144" idx="0"/>
            <a:endCxn id="12" idx="3"/>
          </p:cNvCxnSpPr>
          <p:nvPr/>
        </p:nvCxnSpPr>
        <p:spPr>
          <a:xfrm flipH="1" flipV="1">
            <a:off x="15553877" y="5922375"/>
            <a:ext cx="7028602" cy="16169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>
            <a:extLst>
              <a:ext uri="{FF2B5EF4-FFF2-40B4-BE49-F238E27FC236}">
                <a16:creationId xmlns:a16="http://schemas.microsoft.com/office/drawing/2014/main" id="{2D89BAA4-CB94-4E58-ADE4-5582D6D06717}"/>
              </a:ext>
            </a:extLst>
          </p:cNvPr>
          <p:cNvCxnSpPr>
            <a:cxnSpLocks/>
            <a:stCxn id="144" idx="1"/>
            <a:endCxn id="52" idx="3"/>
          </p:cNvCxnSpPr>
          <p:nvPr/>
        </p:nvCxnSpPr>
        <p:spPr>
          <a:xfrm flipH="1" flipV="1">
            <a:off x="7675065" y="8142795"/>
            <a:ext cx="12252900" cy="21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Прямая со стрелкой 162">
            <a:extLst>
              <a:ext uri="{FF2B5EF4-FFF2-40B4-BE49-F238E27FC236}">
                <a16:creationId xmlns:a16="http://schemas.microsoft.com/office/drawing/2014/main" id="{AD7E5D74-F71F-4D91-870D-1B9AB6199356}"/>
              </a:ext>
            </a:extLst>
          </p:cNvPr>
          <p:cNvCxnSpPr>
            <a:cxnSpLocks/>
            <a:stCxn id="5" idx="0"/>
            <a:endCxn id="53" idx="2"/>
          </p:cNvCxnSpPr>
          <p:nvPr/>
        </p:nvCxnSpPr>
        <p:spPr>
          <a:xfrm flipH="1" flipV="1">
            <a:off x="12247148" y="13521096"/>
            <a:ext cx="4459549" cy="316847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Прямая со стрелкой 166">
            <a:extLst>
              <a:ext uri="{FF2B5EF4-FFF2-40B4-BE49-F238E27FC236}">
                <a16:creationId xmlns:a16="http://schemas.microsoft.com/office/drawing/2014/main" id="{397E2C8F-CA5F-472A-8FB4-314035C3F96D}"/>
              </a:ext>
            </a:extLst>
          </p:cNvPr>
          <p:cNvCxnSpPr>
            <a:cxnSpLocks/>
            <a:stCxn id="25" idx="2"/>
            <a:endCxn id="53" idx="1"/>
          </p:cNvCxnSpPr>
          <p:nvPr/>
        </p:nvCxnSpPr>
        <p:spPr>
          <a:xfrm>
            <a:off x="5020551" y="12080119"/>
            <a:ext cx="4572083" cy="83526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Прямая со стрелкой 282">
            <a:extLst>
              <a:ext uri="{FF2B5EF4-FFF2-40B4-BE49-F238E27FC236}">
                <a16:creationId xmlns:a16="http://schemas.microsoft.com/office/drawing/2014/main" id="{7C11B45E-9FEE-4BE1-B6C5-EEF33C9D4348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2899363" y="4619364"/>
            <a:ext cx="0" cy="69729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Прямая со стрелкой 293">
            <a:extLst>
              <a:ext uri="{FF2B5EF4-FFF2-40B4-BE49-F238E27FC236}">
                <a16:creationId xmlns:a16="http://schemas.microsoft.com/office/drawing/2014/main" id="{0BCA0733-4C9F-41BC-B34B-A3CA1775725D}"/>
              </a:ext>
            </a:extLst>
          </p:cNvPr>
          <p:cNvCxnSpPr>
            <a:stCxn id="25" idx="0"/>
            <a:endCxn id="52" idx="2"/>
          </p:cNvCxnSpPr>
          <p:nvPr/>
        </p:nvCxnSpPr>
        <p:spPr>
          <a:xfrm flipV="1">
            <a:off x="5020551" y="8748507"/>
            <a:ext cx="0" cy="21201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A3019CC4-1B4C-48CD-B3B8-9869081D66D1}"/>
              </a:ext>
            </a:extLst>
          </p:cNvPr>
          <p:cNvSpPr/>
          <p:nvPr/>
        </p:nvSpPr>
        <p:spPr>
          <a:xfrm>
            <a:off x="8142759" y="9246015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Метка просмотренных групповых сообщений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5A3D3671-4086-4DE8-B67E-104251C3EA7D}"/>
              </a:ext>
            </a:extLst>
          </p:cNvPr>
          <p:cNvSpPr/>
          <p:nvPr/>
        </p:nvSpPr>
        <p:spPr>
          <a:xfrm>
            <a:off x="27658335" y="3407940"/>
            <a:ext cx="5309028" cy="121142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accent6">
                <a:lumMod val="50000"/>
              </a:schemeClr>
            </a:solidFill>
          </a:ln>
          <a:effectLst>
            <a:outerShdw blurRad="304800" dist="152400" dir="3360000" sx="95000" sy="95000" algn="ctr" rotWithShape="0">
              <a:schemeClr val="tx1">
                <a:alpha val="3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accent6">
                    <a:lumMod val="50000"/>
                  </a:schemeClr>
                </a:solidFill>
              </a:rPr>
              <a:t>Метка просмотренных публикаций</a:t>
            </a:r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12A4C2AF-38E1-458D-A017-3EA58D075D59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>
            <a:off x="15553877" y="4013652"/>
            <a:ext cx="12104458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114F6334-E6B9-4CDA-B00F-ABFBB04F3C5F}"/>
              </a:ext>
            </a:extLst>
          </p:cNvPr>
          <p:cNvCxnSpPr>
            <a:cxnSpLocks/>
            <a:stCxn id="5" idx="0"/>
            <a:endCxn id="45" idx="2"/>
          </p:cNvCxnSpPr>
          <p:nvPr/>
        </p:nvCxnSpPr>
        <p:spPr>
          <a:xfrm flipV="1">
            <a:off x="16706697" y="4619364"/>
            <a:ext cx="13606152" cy="1207020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DD76AF86-FAF4-46A4-96F3-75DFB21D2F7B}"/>
              </a:ext>
            </a:extLst>
          </p:cNvPr>
          <p:cNvCxnSpPr>
            <a:cxnSpLocks/>
            <a:stCxn id="25" idx="3"/>
            <a:endCxn id="44" idx="2"/>
          </p:cNvCxnSpPr>
          <p:nvPr/>
        </p:nvCxnSpPr>
        <p:spPr>
          <a:xfrm flipV="1">
            <a:off x="7675065" y="10457439"/>
            <a:ext cx="3122208" cy="101696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FF2A9FD0-C999-4C4D-9D16-DEE9CAE01CEF}"/>
              </a:ext>
            </a:extLst>
          </p:cNvPr>
          <p:cNvCxnSpPr>
            <a:cxnSpLocks/>
            <a:stCxn id="52" idx="3"/>
            <a:endCxn id="44" idx="0"/>
          </p:cNvCxnSpPr>
          <p:nvPr/>
        </p:nvCxnSpPr>
        <p:spPr>
          <a:xfrm>
            <a:off x="7675065" y="8142795"/>
            <a:ext cx="3122208" cy="110322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8919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1788</TotalTime>
  <Words>43</Words>
  <Application>Microsoft Office PowerPoint</Application>
  <PresentationFormat>Произвольный</PresentationFormat>
  <Paragraphs>18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san40-u5an40</dc:creator>
  <cp:lastModifiedBy>san40-u5an40</cp:lastModifiedBy>
  <cp:revision>54</cp:revision>
  <dcterms:created xsi:type="dcterms:W3CDTF">2026-03-10T20:58:01Z</dcterms:created>
  <dcterms:modified xsi:type="dcterms:W3CDTF">2026-04-15T19:21:43Z</dcterms:modified>
</cp:coreProperties>
</file>