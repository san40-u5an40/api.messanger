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35999738" cy="27000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0" d="100"/>
          <a:sy n="20" d="100"/>
        </p:scale>
        <p:origin x="114" y="7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81" y="4418785"/>
            <a:ext cx="30599777" cy="9400070"/>
          </a:xfrm>
        </p:spPr>
        <p:txBody>
          <a:bodyPr anchor="b"/>
          <a:lstStyle>
            <a:lvl1pPr algn="ctr">
              <a:defRPr sz="23622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99967" y="14181357"/>
            <a:ext cx="26999804" cy="6518796"/>
          </a:xfrm>
        </p:spPr>
        <p:txBody>
          <a:bodyPr/>
          <a:lstStyle>
            <a:lvl1pPr marL="0" indent="0" algn="ctr">
              <a:buNone/>
              <a:defRPr sz="9449"/>
            </a:lvl1pPr>
            <a:lvl2pPr marL="1799996" indent="0" algn="ctr">
              <a:buNone/>
              <a:defRPr sz="7874"/>
            </a:lvl2pPr>
            <a:lvl3pPr marL="3599993" indent="0" algn="ctr">
              <a:buNone/>
              <a:defRPr sz="7087"/>
            </a:lvl3pPr>
            <a:lvl4pPr marL="5399989" indent="0" algn="ctr">
              <a:buNone/>
              <a:defRPr sz="6299"/>
            </a:lvl4pPr>
            <a:lvl5pPr marL="7199986" indent="0" algn="ctr">
              <a:buNone/>
              <a:defRPr sz="6299"/>
            </a:lvl5pPr>
            <a:lvl6pPr marL="8999982" indent="0" algn="ctr">
              <a:buNone/>
              <a:defRPr sz="6299"/>
            </a:lvl6pPr>
            <a:lvl7pPr marL="10799978" indent="0" algn="ctr">
              <a:buNone/>
              <a:defRPr sz="6299"/>
            </a:lvl7pPr>
            <a:lvl8pPr marL="12599975" indent="0" algn="ctr">
              <a:buNone/>
              <a:defRPr sz="6299"/>
            </a:lvl8pPr>
            <a:lvl9pPr marL="14399971" indent="0" algn="ctr">
              <a:buNone/>
              <a:defRPr sz="6299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6939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100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234" y="6731308"/>
            <a:ext cx="31049774" cy="11231331"/>
          </a:xfrm>
        </p:spPr>
        <p:txBody>
          <a:bodyPr anchor="b"/>
          <a:lstStyle>
            <a:lvl1pPr>
              <a:defRPr sz="23622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234" y="18068892"/>
            <a:ext cx="31049774" cy="5906292"/>
          </a:xfrm>
        </p:spPr>
        <p:txBody>
          <a:bodyPr/>
          <a:lstStyle>
            <a:lvl1pPr marL="0" indent="0">
              <a:buNone/>
              <a:defRPr sz="9449">
                <a:solidFill>
                  <a:schemeClr val="tx1"/>
                </a:solidFill>
              </a:defRPr>
            </a:lvl1pPr>
            <a:lvl2pPr marL="1799996" indent="0">
              <a:buNone/>
              <a:defRPr sz="7874">
                <a:solidFill>
                  <a:schemeClr val="tx1">
                    <a:tint val="75000"/>
                  </a:schemeClr>
                </a:solidFill>
              </a:defRPr>
            </a:lvl2pPr>
            <a:lvl3pPr marL="3599993" indent="0">
              <a:buNone/>
              <a:defRPr sz="7087">
                <a:solidFill>
                  <a:schemeClr val="tx1">
                    <a:tint val="75000"/>
                  </a:schemeClr>
                </a:solidFill>
              </a:defRPr>
            </a:lvl3pPr>
            <a:lvl4pPr marL="5399989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4pPr>
            <a:lvl5pPr marL="7199986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5pPr>
            <a:lvl6pPr marL="8999982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6pPr>
            <a:lvl7pPr marL="10799978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7pPr>
            <a:lvl8pPr marL="12599975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8pPr>
            <a:lvl9pPr marL="14399971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2875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4982" y="7187553"/>
            <a:ext cx="15299889" cy="1713137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4867" y="7187553"/>
            <a:ext cx="15299889" cy="1713137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240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437516"/>
            <a:ext cx="31049774" cy="5218791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9675" y="6618801"/>
            <a:ext cx="15229574" cy="3243772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79675" y="9862573"/>
            <a:ext cx="15229574" cy="1450635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4869" y="6618801"/>
            <a:ext cx="15304578" cy="3243772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4869" y="9862573"/>
            <a:ext cx="15304578" cy="1450635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1274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890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8482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800013"/>
            <a:ext cx="11610853" cy="6300047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4578" y="3887535"/>
            <a:ext cx="18224867" cy="19187642"/>
          </a:xfrm>
        </p:spPr>
        <p:txBody>
          <a:bodyPr/>
          <a:lstStyle>
            <a:lvl1pPr>
              <a:defRPr sz="12598"/>
            </a:lvl1pPr>
            <a:lvl2pPr>
              <a:defRPr sz="11024"/>
            </a:lvl2pPr>
            <a:lvl3pPr>
              <a:defRPr sz="9449"/>
            </a:lvl3pPr>
            <a:lvl4pPr>
              <a:defRPr sz="7874"/>
            </a:lvl4pPr>
            <a:lvl5pPr>
              <a:defRPr sz="7874"/>
            </a:lvl5pPr>
            <a:lvl6pPr>
              <a:defRPr sz="7874"/>
            </a:lvl6pPr>
            <a:lvl7pPr>
              <a:defRPr sz="7874"/>
            </a:lvl7pPr>
            <a:lvl8pPr>
              <a:defRPr sz="7874"/>
            </a:lvl8pPr>
            <a:lvl9pPr>
              <a:defRPr sz="7874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8100060"/>
            <a:ext cx="11610853" cy="15006363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8886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800013"/>
            <a:ext cx="11610853" cy="6300047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4578" y="3887535"/>
            <a:ext cx="18224867" cy="19187642"/>
          </a:xfrm>
        </p:spPr>
        <p:txBody>
          <a:bodyPr anchor="t"/>
          <a:lstStyle>
            <a:lvl1pPr marL="0" indent="0">
              <a:buNone/>
              <a:defRPr sz="12598"/>
            </a:lvl1pPr>
            <a:lvl2pPr marL="1799996" indent="0">
              <a:buNone/>
              <a:defRPr sz="11024"/>
            </a:lvl2pPr>
            <a:lvl3pPr marL="3599993" indent="0">
              <a:buNone/>
              <a:defRPr sz="9449"/>
            </a:lvl3pPr>
            <a:lvl4pPr marL="5399989" indent="0">
              <a:buNone/>
              <a:defRPr sz="7874"/>
            </a:lvl4pPr>
            <a:lvl5pPr marL="7199986" indent="0">
              <a:buNone/>
              <a:defRPr sz="7874"/>
            </a:lvl5pPr>
            <a:lvl6pPr marL="8999982" indent="0">
              <a:buNone/>
              <a:defRPr sz="7874"/>
            </a:lvl6pPr>
            <a:lvl7pPr marL="10799978" indent="0">
              <a:buNone/>
              <a:defRPr sz="7874"/>
            </a:lvl7pPr>
            <a:lvl8pPr marL="12599975" indent="0">
              <a:buNone/>
              <a:defRPr sz="7874"/>
            </a:lvl8pPr>
            <a:lvl9pPr marL="14399971" indent="0">
              <a:buNone/>
              <a:defRPr sz="7874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8100060"/>
            <a:ext cx="11610853" cy="15006363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5019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9421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2314" y="1437511"/>
            <a:ext cx="7762444" cy="22881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4984" y="1437511"/>
            <a:ext cx="22837334" cy="2288142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8768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437516"/>
            <a:ext cx="31049774" cy="52187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7187553"/>
            <a:ext cx="31049774" cy="171313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25025191"/>
            <a:ext cx="8099941" cy="14375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A32E5-6120-4B4C-8BD1-03EFF52E8ACB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25025191"/>
            <a:ext cx="12149912" cy="14375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25025191"/>
            <a:ext cx="8099941" cy="14375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0998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599993" rtl="0" eaLnBrk="1" latinLnBrk="0" hangingPunct="1">
        <a:lnSpc>
          <a:spcPct val="90000"/>
        </a:lnSpc>
        <a:spcBef>
          <a:spcPct val="0"/>
        </a:spcBef>
        <a:buNone/>
        <a:defRPr sz="173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99998" indent="-899998" algn="l" defTabSz="3599993" rtl="0" eaLnBrk="1" latinLnBrk="0" hangingPunct="1">
        <a:lnSpc>
          <a:spcPct val="90000"/>
        </a:lnSpc>
        <a:spcBef>
          <a:spcPts val="3937"/>
        </a:spcBef>
        <a:buFont typeface="Arial" panose="020B0604020202020204" pitchFamily="34" charset="0"/>
        <a:buChar char="•"/>
        <a:defRPr sz="11024" kern="1200">
          <a:solidFill>
            <a:schemeClr val="tx1"/>
          </a:solidFill>
          <a:latin typeface="+mn-lt"/>
          <a:ea typeface="+mn-ea"/>
          <a:cs typeface="+mn-cs"/>
        </a:defRPr>
      </a:lvl1pPr>
      <a:lvl2pPr marL="2699995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9449" kern="1200">
          <a:solidFill>
            <a:schemeClr val="tx1"/>
          </a:solidFill>
          <a:latin typeface="+mn-lt"/>
          <a:ea typeface="+mn-ea"/>
          <a:cs typeface="+mn-cs"/>
        </a:defRPr>
      </a:lvl2pPr>
      <a:lvl3pPr marL="4499991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874" kern="1200">
          <a:solidFill>
            <a:schemeClr val="tx1"/>
          </a:solidFill>
          <a:latin typeface="+mn-lt"/>
          <a:ea typeface="+mn-ea"/>
          <a:cs typeface="+mn-cs"/>
        </a:defRPr>
      </a:lvl3pPr>
      <a:lvl4pPr marL="629998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8099984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9899980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169997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3499973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5299969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1pPr>
      <a:lvl2pPr marL="179999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2pPr>
      <a:lvl3pPr marL="3599993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3pPr>
      <a:lvl4pPr marL="5399989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719998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8999982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0799978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2599975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4399971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7" name="Прямая со стрелкой 816">
            <a:extLst>
              <a:ext uri="{FF2B5EF4-FFF2-40B4-BE49-F238E27FC236}">
                <a16:creationId xmlns:a16="http://schemas.microsoft.com/office/drawing/2014/main" id="{A49F6E51-0831-4B0B-B66C-A65E4F0375AB}"/>
              </a:ext>
            </a:extLst>
          </p:cNvPr>
          <p:cNvCxnSpPr>
            <a:cxnSpLocks/>
            <a:stCxn id="5" idx="3"/>
            <a:endCxn id="24" idx="1"/>
          </p:cNvCxnSpPr>
          <p:nvPr/>
        </p:nvCxnSpPr>
        <p:spPr>
          <a:xfrm flipV="1">
            <a:off x="19361211" y="16217374"/>
            <a:ext cx="8556194" cy="1077908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Рамка 1">
            <a:extLst>
              <a:ext uri="{FF2B5EF4-FFF2-40B4-BE49-F238E27FC236}">
                <a16:creationId xmlns:a16="http://schemas.microsoft.com/office/drawing/2014/main" id="{866A72B1-0F57-43B3-8235-2C47D69A88AB}"/>
              </a:ext>
            </a:extLst>
          </p:cNvPr>
          <p:cNvSpPr/>
          <p:nvPr/>
        </p:nvSpPr>
        <p:spPr>
          <a:xfrm>
            <a:off x="0" y="0"/>
            <a:ext cx="35999738" cy="27000200"/>
          </a:xfrm>
          <a:prstGeom prst="frame">
            <a:avLst/>
          </a:prstGeom>
          <a:gradFill flip="none" rotWithShape="1">
            <a:gsLst>
              <a:gs pos="84000">
                <a:schemeClr val="bg1">
                  <a:alpha val="0"/>
                </a:schemeClr>
              </a:gs>
              <a:gs pos="100000">
                <a:schemeClr val="accent6">
                  <a:lumMod val="50000"/>
                  <a:alpha val="2300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</a:endParaRPr>
          </a:p>
        </p:txBody>
      </p:sp>
      <p:cxnSp>
        <p:nvCxnSpPr>
          <p:cNvPr id="222" name="Прямая со стрелкой 221">
            <a:extLst>
              <a:ext uri="{FF2B5EF4-FFF2-40B4-BE49-F238E27FC236}">
                <a16:creationId xmlns:a16="http://schemas.microsoft.com/office/drawing/2014/main" id="{B46BAB25-4DDF-4C46-929B-34AF6434F2A9}"/>
              </a:ext>
            </a:extLst>
          </p:cNvPr>
          <p:cNvCxnSpPr>
            <a:cxnSpLocks/>
            <a:stCxn id="42" idx="0"/>
            <a:endCxn id="25" idx="2"/>
          </p:cNvCxnSpPr>
          <p:nvPr/>
        </p:nvCxnSpPr>
        <p:spPr>
          <a:xfrm flipV="1">
            <a:off x="5020551" y="10989875"/>
            <a:ext cx="0" cy="3006659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Прямая со стрелкой 148">
            <a:extLst>
              <a:ext uri="{FF2B5EF4-FFF2-40B4-BE49-F238E27FC236}">
                <a16:creationId xmlns:a16="http://schemas.microsoft.com/office/drawing/2014/main" id="{577BAE99-0D3C-4C9A-9EEB-2226734CBE18}"/>
              </a:ext>
            </a:extLst>
          </p:cNvPr>
          <p:cNvCxnSpPr>
            <a:stCxn id="5" idx="0"/>
            <a:endCxn id="6" idx="2"/>
          </p:cNvCxnSpPr>
          <p:nvPr/>
        </p:nvCxnSpPr>
        <p:spPr>
          <a:xfrm flipH="1" flipV="1">
            <a:off x="16231259" y="10611652"/>
            <a:ext cx="475438" cy="6077918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Прямая со стрелкой 251">
            <a:extLst>
              <a:ext uri="{FF2B5EF4-FFF2-40B4-BE49-F238E27FC236}">
                <a16:creationId xmlns:a16="http://schemas.microsoft.com/office/drawing/2014/main" id="{BF70B43A-B01D-44DB-B223-A5FD7123638D}"/>
              </a:ext>
            </a:extLst>
          </p:cNvPr>
          <p:cNvCxnSpPr>
            <a:stCxn id="42" idx="2"/>
            <a:endCxn id="5" idx="0"/>
          </p:cNvCxnSpPr>
          <p:nvPr/>
        </p:nvCxnSpPr>
        <p:spPr>
          <a:xfrm>
            <a:off x="5020551" y="15207958"/>
            <a:ext cx="11686146" cy="1481612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Прямая со стрелкой 170">
            <a:extLst>
              <a:ext uri="{FF2B5EF4-FFF2-40B4-BE49-F238E27FC236}">
                <a16:creationId xmlns:a16="http://schemas.microsoft.com/office/drawing/2014/main" id="{1B36F3F2-0DE5-4C30-A3A3-012313EF28E9}"/>
              </a:ext>
            </a:extLst>
          </p:cNvPr>
          <p:cNvCxnSpPr>
            <a:stCxn id="5" idx="0"/>
            <a:endCxn id="25" idx="2"/>
          </p:cNvCxnSpPr>
          <p:nvPr/>
        </p:nvCxnSpPr>
        <p:spPr>
          <a:xfrm flipH="1" flipV="1">
            <a:off x="5020551" y="10989875"/>
            <a:ext cx="11686146" cy="5699695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Прямая со стрелкой 63">
            <a:extLst>
              <a:ext uri="{FF2B5EF4-FFF2-40B4-BE49-F238E27FC236}">
                <a16:creationId xmlns:a16="http://schemas.microsoft.com/office/drawing/2014/main" id="{08885EFD-25D5-43D5-A0A7-DC7A349E0A3D}"/>
              </a:ext>
            </a:extLst>
          </p:cNvPr>
          <p:cNvCxnSpPr>
            <a:stCxn id="5" idx="0"/>
            <a:endCxn id="48" idx="1"/>
          </p:cNvCxnSpPr>
          <p:nvPr/>
        </p:nvCxnSpPr>
        <p:spPr>
          <a:xfrm flipV="1">
            <a:off x="16706697" y="8142795"/>
            <a:ext cx="12182560" cy="8546775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>
            <a:extLst>
              <a:ext uri="{FF2B5EF4-FFF2-40B4-BE49-F238E27FC236}">
                <a16:creationId xmlns:a16="http://schemas.microsoft.com/office/drawing/2014/main" id="{D703FBEC-4E03-4F58-B734-1E1B12AC75AA}"/>
              </a:ext>
            </a:extLst>
          </p:cNvPr>
          <p:cNvCxnSpPr>
            <a:cxnSpLocks/>
            <a:stCxn id="5" idx="3"/>
            <a:endCxn id="23" idx="1"/>
          </p:cNvCxnSpPr>
          <p:nvPr/>
        </p:nvCxnSpPr>
        <p:spPr>
          <a:xfrm>
            <a:off x="19361211" y="17295282"/>
            <a:ext cx="8556194" cy="804617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70A27B6D-6878-4B15-BBE0-8AB7F61EE6C5}"/>
              </a:ext>
            </a:extLst>
          </p:cNvPr>
          <p:cNvSpPr/>
          <p:nvPr/>
        </p:nvSpPr>
        <p:spPr>
          <a:xfrm>
            <a:off x="13576745" y="9400228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Сообщение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E3209AC2-1D04-4ABB-B058-856CA39B9907}"/>
              </a:ext>
            </a:extLst>
          </p:cNvPr>
          <p:cNvSpPr/>
          <p:nvPr/>
        </p:nvSpPr>
        <p:spPr>
          <a:xfrm>
            <a:off x="10244849" y="3407940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Публикация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0D6EA4EA-0F8E-4E2B-96FD-5C4F9339CF02}"/>
              </a:ext>
            </a:extLst>
          </p:cNvPr>
          <p:cNvSpPr/>
          <p:nvPr/>
        </p:nvSpPr>
        <p:spPr>
          <a:xfrm>
            <a:off x="10244849" y="5316663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Комментарий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992D1AC0-C6E2-4DFC-A5EB-58DF62F16A85}"/>
              </a:ext>
            </a:extLst>
          </p:cNvPr>
          <p:cNvSpPr/>
          <p:nvPr/>
        </p:nvSpPr>
        <p:spPr>
          <a:xfrm>
            <a:off x="28889257" y="9778451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Просмотры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E496DFEE-F163-4821-8F4E-5BFA9709BA49}"/>
              </a:ext>
            </a:extLst>
          </p:cNvPr>
          <p:cNvSpPr/>
          <p:nvPr/>
        </p:nvSpPr>
        <p:spPr>
          <a:xfrm>
            <a:off x="14052183" y="18839128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Аккаунт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BE551BD-616A-4EC9-A054-B9763E70F9E7}"/>
              </a:ext>
            </a:extLst>
          </p:cNvPr>
          <p:cNvSpPr/>
          <p:nvPr/>
        </p:nvSpPr>
        <p:spPr>
          <a:xfrm>
            <a:off x="14052183" y="16689570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Профиль</a:t>
            </a:r>
          </a:p>
        </p:txBody>
      </p:sp>
      <p:sp>
        <p:nvSpPr>
          <p:cNvPr id="23" name="Прямоугольник: скругленные углы 22">
            <a:extLst>
              <a:ext uri="{FF2B5EF4-FFF2-40B4-BE49-F238E27FC236}">
                <a16:creationId xmlns:a16="http://schemas.microsoft.com/office/drawing/2014/main" id="{CAF6D743-5A1E-4F32-9E1C-200219E7E22E}"/>
              </a:ext>
            </a:extLst>
          </p:cNvPr>
          <p:cNvSpPr/>
          <p:nvPr/>
        </p:nvSpPr>
        <p:spPr>
          <a:xfrm>
            <a:off x="27917405" y="17494187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Пригласительная ссылка на профиль</a:t>
            </a: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0DD15C3B-3E14-434D-AA5B-F5463AD992D2}"/>
              </a:ext>
            </a:extLst>
          </p:cNvPr>
          <p:cNvSpPr/>
          <p:nvPr/>
        </p:nvSpPr>
        <p:spPr>
          <a:xfrm>
            <a:off x="27917405" y="15611662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Подписка</a:t>
            </a:r>
            <a:endParaRPr lang="en-US" sz="32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90E946A4-F62C-4942-8243-548C016C42DF}"/>
              </a:ext>
            </a:extLst>
          </p:cNvPr>
          <p:cNvSpPr/>
          <p:nvPr/>
        </p:nvSpPr>
        <p:spPr>
          <a:xfrm>
            <a:off x="2366037" y="9778451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Групповой чат</a:t>
            </a:r>
          </a:p>
        </p:txBody>
      </p:sp>
      <p:cxnSp>
        <p:nvCxnSpPr>
          <p:cNvPr id="37" name="Прямая со стрелкой 36">
            <a:extLst>
              <a:ext uri="{FF2B5EF4-FFF2-40B4-BE49-F238E27FC236}">
                <a16:creationId xmlns:a16="http://schemas.microsoft.com/office/drawing/2014/main" id="{E7176715-9D32-4861-B37B-5FE5A3FED389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16706697" y="17900994"/>
            <a:ext cx="0" cy="938134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Прямоугольник: скругленные углы 143">
            <a:extLst>
              <a:ext uri="{FF2B5EF4-FFF2-40B4-BE49-F238E27FC236}">
                <a16:creationId xmlns:a16="http://schemas.microsoft.com/office/drawing/2014/main" id="{FFF2E1A5-3B34-4923-83DD-7F207EE341F2}"/>
              </a:ext>
            </a:extLst>
          </p:cNvPr>
          <p:cNvSpPr/>
          <p:nvPr/>
        </p:nvSpPr>
        <p:spPr>
          <a:xfrm>
            <a:off x="19857626" y="7539279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Единица контента</a:t>
            </a:r>
          </a:p>
        </p:txBody>
      </p:sp>
      <p:sp>
        <p:nvSpPr>
          <p:cNvPr id="39" name="Прямоугольник: скругленные углы 38">
            <a:extLst>
              <a:ext uri="{FF2B5EF4-FFF2-40B4-BE49-F238E27FC236}">
                <a16:creationId xmlns:a16="http://schemas.microsoft.com/office/drawing/2014/main" id="{4E7602BA-AF56-4B8A-B43D-165EA4F3CAB9}"/>
              </a:ext>
            </a:extLst>
          </p:cNvPr>
          <p:cNvSpPr/>
          <p:nvPr/>
        </p:nvSpPr>
        <p:spPr>
          <a:xfrm>
            <a:off x="17093322" y="21543141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Информация о клиентах, где осуществлён вход</a:t>
            </a:r>
          </a:p>
        </p:txBody>
      </p:sp>
      <p:sp>
        <p:nvSpPr>
          <p:cNvPr id="41" name="Прямоугольник: скругленные углы 40">
            <a:extLst>
              <a:ext uri="{FF2B5EF4-FFF2-40B4-BE49-F238E27FC236}">
                <a16:creationId xmlns:a16="http://schemas.microsoft.com/office/drawing/2014/main" id="{3C8E81E4-49BB-4049-B648-EACF80922A1C}"/>
              </a:ext>
            </a:extLst>
          </p:cNvPr>
          <p:cNvSpPr/>
          <p:nvPr/>
        </p:nvSpPr>
        <p:spPr>
          <a:xfrm>
            <a:off x="11041726" y="21543141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Удаления аккаунта</a:t>
            </a:r>
          </a:p>
        </p:txBody>
      </p:sp>
      <p:sp>
        <p:nvSpPr>
          <p:cNvPr id="42" name="Прямоугольник: скругленные углы 41">
            <a:extLst>
              <a:ext uri="{FF2B5EF4-FFF2-40B4-BE49-F238E27FC236}">
                <a16:creationId xmlns:a16="http://schemas.microsoft.com/office/drawing/2014/main" id="{C27F85F1-BCF8-4BF6-87C4-08E44F391BE8}"/>
              </a:ext>
            </a:extLst>
          </p:cNvPr>
          <p:cNvSpPr/>
          <p:nvPr/>
        </p:nvSpPr>
        <p:spPr>
          <a:xfrm>
            <a:off x="2366037" y="13996534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Визуальное оформление</a:t>
            </a:r>
          </a:p>
        </p:txBody>
      </p:sp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3ACF0FC2-C41A-4D5B-92B7-1745364A805F}"/>
              </a:ext>
            </a:extLst>
          </p:cNvPr>
          <p:cNvSpPr/>
          <p:nvPr/>
        </p:nvSpPr>
        <p:spPr>
          <a:xfrm>
            <a:off x="28889257" y="7537083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Жалобы на контент</a:t>
            </a:r>
          </a:p>
        </p:txBody>
      </p:sp>
      <p:sp>
        <p:nvSpPr>
          <p:cNvPr id="52" name="Прямоугольник: скругленные углы 51">
            <a:extLst>
              <a:ext uri="{FF2B5EF4-FFF2-40B4-BE49-F238E27FC236}">
                <a16:creationId xmlns:a16="http://schemas.microsoft.com/office/drawing/2014/main" id="{ADD638F5-F748-4860-9ECB-D31FC35CA162}"/>
              </a:ext>
            </a:extLst>
          </p:cNvPr>
          <p:cNvSpPr/>
          <p:nvPr/>
        </p:nvSpPr>
        <p:spPr>
          <a:xfrm>
            <a:off x="2366037" y="7537083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Сообщение в групповом чате</a:t>
            </a:r>
          </a:p>
        </p:txBody>
      </p:sp>
      <p:sp>
        <p:nvSpPr>
          <p:cNvPr id="53" name="Прямоугольник: скругленные углы 52">
            <a:extLst>
              <a:ext uri="{FF2B5EF4-FFF2-40B4-BE49-F238E27FC236}">
                <a16:creationId xmlns:a16="http://schemas.microsoft.com/office/drawing/2014/main" id="{6E10015C-8A9C-496A-B96E-24773981C928}"/>
              </a:ext>
            </a:extLst>
          </p:cNvPr>
          <p:cNvSpPr/>
          <p:nvPr/>
        </p:nvSpPr>
        <p:spPr>
          <a:xfrm>
            <a:off x="9592634" y="11395273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Участник группового чата</a:t>
            </a:r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8A97F6C7-B599-422B-AD31-263F3613A44F}"/>
              </a:ext>
            </a:extLst>
          </p:cNvPr>
          <p:cNvCxnSpPr>
            <a:cxnSpLocks/>
            <a:stCxn id="4" idx="2"/>
            <a:endCxn id="41" idx="0"/>
          </p:cNvCxnSpPr>
          <p:nvPr/>
        </p:nvCxnSpPr>
        <p:spPr>
          <a:xfrm flipH="1">
            <a:off x="13696240" y="20050552"/>
            <a:ext cx="3010457" cy="1492589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28D9B86B-2E37-43F7-A18B-731952986D99}"/>
              </a:ext>
            </a:extLst>
          </p:cNvPr>
          <p:cNvCxnSpPr>
            <a:stCxn id="4" idx="2"/>
            <a:endCxn id="39" idx="0"/>
          </p:cNvCxnSpPr>
          <p:nvPr/>
        </p:nvCxnSpPr>
        <p:spPr>
          <a:xfrm>
            <a:off x="16706697" y="20050552"/>
            <a:ext cx="3041139" cy="1492589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>
            <a:extLst>
              <a:ext uri="{FF2B5EF4-FFF2-40B4-BE49-F238E27FC236}">
                <a16:creationId xmlns:a16="http://schemas.microsoft.com/office/drawing/2014/main" id="{824A513F-ECED-48F1-975D-7FE8705663CA}"/>
              </a:ext>
            </a:extLst>
          </p:cNvPr>
          <p:cNvCxnSpPr>
            <a:stCxn id="5" idx="0"/>
            <a:endCxn id="144" idx="2"/>
          </p:cNvCxnSpPr>
          <p:nvPr/>
        </p:nvCxnSpPr>
        <p:spPr>
          <a:xfrm flipV="1">
            <a:off x="16706697" y="8750703"/>
            <a:ext cx="5805443" cy="7938867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Прямая со стрелкой 69">
            <a:extLst>
              <a:ext uri="{FF2B5EF4-FFF2-40B4-BE49-F238E27FC236}">
                <a16:creationId xmlns:a16="http://schemas.microsoft.com/office/drawing/2014/main" id="{8B088B41-FB58-44A6-B879-7EC182345E21}"/>
              </a:ext>
            </a:extLst>
          </p:cNvPr>
          <p:cNvCxnSpPr>
            <a:stCxn id="5" idx="0"/>
            <a:endCxn id="14" idx="1"/>
          </p:cNvCxnSpPr>
          <p:nvPr/>
        </p:nvCxnSpPr>
        <p:spPr>
          <a:xfrm flipV="1">
            <a:off x="16706697" y="10384163"/>
            <a:ext cx="12182560" cy="6305407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 стрелкой 96">
            <a:extLst>
              <a:ext uri="{FF2B5EF4-FFF2-40B4-BE49-F238E27FC236}">
                <a16:creationId xmlns:a16="http://schemas.microsoft.com/office/drawing/2014/main" id="{E445E064-9DAD-4EB5-8775-3C22F149DD1D}"/>
              </a:ext>
            </a:extLst>
          </p:cNvPr>
          <p:cNvCxnSpPr>
            <a:stCxn id="144" idx="3"/>
            <a:endCxn id="48" idx="1"/>
          </p:cNvCxnSpPr>
          <p:nvPr/>
        </p:nvCxnSpPr>
        <p:spPr>
          <a:xfrm flipV="1">
            <a:off x="25166654" y="8142795"/>
            <a:ext cx="3722603" cy="2196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Прямая со стрелкой 104">
            <a:extLst>
              <a:ext uri="{FF2B5EF4-FFF2-40B4-BE49-F238E27FC236}">
                <a16:creationId xmlns:a16="http://schemas.microsoft.com/office/drawing/2014/main" id="{1B231953-CEA6-45E1-9E78-0CA4E28AEF79}"/>
              </a:ext>
            </a:extLst>
          </p:cNvPr>
          <p:cNvCxnSpPr>
            <a:stCxn id="144" idx="3"/>
            <a:endCxn id="14" idx="1"/>
          </p:cNvCxnSpPr>
          <p:nvPr/>
        </p:nvCxnSpPr>
        <p:spPr>
          <a:xfrm>
            <a:off x="25166654" y="8144991"/>
            <a:ext cx="3722603" cy="2239172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Прямая со стрелкой 145">
            <a:extLst>
              <a:ext uri="{FF2B5EF4-FFF2-40B4-BE49-F238E27FC236}">
                <a16:creationId xmlns:a16="http://schemas.microsoft.com/office/drawing/2014/main" id="{C1E9D416-A19C-435A-8867-45F7A07A35C8}"/>
              </a:ext>
            </a:extLst>
          </p:cNvPr>
          <p:cNvCxnSpPr>
            <a:cxnSpLocks/>
            <a:stCxn id="144" idx="2"/>
            <a:endCxn id="6" idx="3"/>
          </p:cNvCxnSpPr>
          <p:nvPr/>
        </p:nvCxnSpPr>
        <p:spPr>
          <a:xfrm flipH="1">
            <a:off x="18885773" y="8750703"/>
            <a:ext cx="3626367" cy="1255237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Прямая со стрелкой 152">
            <a:extLst>
              <a:ext uri="{FF2B5EF4-FFF2-40B4-BE49-F238E27FC236}">
                <a16:creationId xmlns:a16="http://schemas.microsoft.com/office/drawing/2014/main" id="{A27AB73D-36CC-4E1A-BDA9-29D16846D112}"/>
              </a:ext>
            </a:extLst>
          </p:cNvPr>
          <p:cNvCxnSpPr>
            <a:cxnSpLocks/>
            <a:stCxn id="144" idx="0"/>
            <a:endCxn id="10" idx="3"/>
          </p:cNvCxnSpPr>
          <p:nvPr/>
        </p:nvCxnSpPr>
        <p:spPr>
          <a:xfrm flipH="1" flipV="1">
            <a:off x="15553877" y="4013652"/>
            <a:ext cx="6958263" cy="3525627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Прямая со стрелкой 154">
            <a:extLst>
              <a:ext uri="{FF2B5EF4-FFF2-40B4-BE49-F238E27FC236}">
                <a16:creationId xmlns:a16="http://schemas.microsoft.com/office/drawing/2014/main" id="{6DF56F49-8675-4A16-BE9C-32D80575419D}"/>
              </a:ext>
            </a:extLst>
          </p:cNvPr>
          <p:cNvCxnSpPr>
            <a:cxnSpLocks/>
            <a:stCxn id="144" idx="0"/>
            <a:endCxn id="12" idx="3"/>
          </p:cNvCxnSpPr>
          <p:nvPr/>
        </p:nvCxnSpPr>
        <p:spPr>
          <a:xfrm flipH="1" flipV="1">
            <a:off x="15553877" y="5922375"/>
            <a:ext cx="6958263" cy="1616904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Прямая со стрелкой 158">
            <a:extLst>
              <a:ext uri="{FF2B5EF4-FFF2-40B4-BE49-F238E27FC236}">
                <a16:creationId xmlns:a16="http://schemas.microsoft.com/office/drawing/2014/main" id="{2D89BAA4-CB94-4E58-ADE4-5582D6D06717}"/>
              </a:ext>
            </a:extLst>
          </p:cNvPr>
          <p:cNvCxnSpPr>
            <a:cxnSpLocks/>
            <a:stCxn id="144" idx="1"/>
            <a:endCxn id="52" idx="3"/>
          </p:cNvCxnSpPr>
          <p:nvPr/>
        </p:nvCxnSpPr>
        <p:spPr>
          <a:xfrm flipH="1" flipV="1">
            <a:off x="7675065" y="8142795"/>
            <a:ext cx="12182561" cy="2196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Прямая со стрелкой 162">
            <a:extLst>
              <a:ext uri="{FF2B5EF4-FFF2-40B4-BE49-F238E27FC236}">
                <a16:creationId xmlns:a16="http://schemas.microsoft.com/office/drawing/2014/main" id="{AD7E5D74-F71F-4D91-870D-1B9AB6199356}"/>
              </a:ext>
            </a:extLst>
          </p:cNvPr>
          <p:cNvCxnSpPr>
            <a:cxnSpLocks/>
            <a:stCxn id="5" idx="0"/>
            <a:endCxn id="53" idx="2"/>
          </p:cNvCxnSpPr>
          <p:nvPr/>
        </p:nvCxnSpPr>
        <p:spPr>
          <a:xfrm flipH="1" flipV="1">
            <a:off x="12247148" y="12606697"/>
            <a:ext cx="4459549" cy="4082873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Прямая со стрелкой 166">
            <a:extLst>
              <a:ext uri="{FF2B5EF4-FFF2-40B4-BE49-F238E27FC236}">
                <a16:creationId xmlns:a16="http://schemas.microsoft.com/office/drawing/2014/main" id="{397E2C8F-CA5F-472A-8FB4-314035C3F96D}"/>
              </a:ext>
            </a:extLst>
          </p:cNvPr>
          <p:cNvCxnSpPr>
            <a:cxnSpLocks/>
            <a:stCxn id="25" idx="2"/>
            <a:endCxn id="53" idx="1"/>
          </p:cNvCxnSpPr>
          <p:nvPr/>
        </p:nvCxnSpPr>
        <p:spPr>
          <a:xfrm>
            <a:off x="5020551" y="10989875"/>
            <a:ext cx="4572083" cy="1011110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Прямая со стрелкой 282">
            <a:extLst>
              <a:ext uri="{FF2B5EF4-FFF2-40B4-BE49-F238E27FC236}">
                <a16:creationId xmlns:a16="http://schemas.microsoft.com/office/drawing/2014/main" id="{7C11B45E-9FEE-4BE1-B6C5-EEF33C9D4348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12899363" y="4619364"/>
            <a:ext cx="0" cy="697299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Прямая со стрелкой 293">
            <a:extLst>
              <a:ext uri="{FF2B5EF4-FFF2-40B4-BE49-F238E27FC236}">
                <a16:creationId xmlns:a16="http://schemas.microsoft.com/office/drawing/2014/main" id="{0BCA0733-4C9F-41BC-B34B-A3CA1775725D}"/>
              </a:ext>
            </a:extLst>
          </p:cNvPr>
          <p:cNvCxnSpPr>
            <a:stCxn id="25" idx="0"/>
            <a:endCxn id="52" idx="2"/>
          </p:cNvCxnSpPr>
          <p:nvPr/>
        </p:nvCxnSpPr>
        <p:spPr>
          <a:xfrm flipV="1">
            <a:off x="5020551" y="8748507"/>
            <a:ext cx="0" cy="1029944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89198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1672</TotalTime>
  <Words>36</Words>
  <Application>Microsoft Office PowerPoint</Application>
  <PresentationFormat>Произвольный</PresentationFormat>
  <Paragraphs>16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san40-u5an40</dc:creator>
  <cp:lastModifiedBy>san40-u5an40</cp:lastModifiedBy>
  <cp:revision>50</cp:revision>
  <dcterms:created xsi:type="dcterms:W3CDTF">2026-03-10T20:58:01Z</dcterms:created>
  <dcterms:modified xsi:type="dcterms:W3CDTF">2026-03-16T16:16:59Z</dcterms:modified>
</cp:coreProperties>
</file>